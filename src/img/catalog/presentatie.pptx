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0080625" cy="5670550"/>
  <p:notesSz cx="7772400" cy="100584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899856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8E07E2-6FEF-4655-BC95-EAB662EBEFD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Ovaal 7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Ovaal 8"/>
          <p:cNvSpPr/>
          <p:nvPr/>
        </p:nvSpPr>
        <p:spPr>
          <a:xfrm>
            <a:off x="7380000" y="396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Ovaal 9"/>
          <p:cNvSpPr/>
          <p:nvPr/>
        </p:nvSpPr>
        <p:spPr>
          <a:xfrm>
            <a:off x="9000000" y="2700000"/>
            <a:ext cx="1258560" cy="107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Ovaal 10"/>
          <p:cNvSpPr/>
          <p:nvPr/>
        </p:nvSpPr>
        <p:spPr>
          <a:xfrm>
            <a:off x="-180000" y="2430000"/>
            <a:ext cx="1438560" cy="134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Ovaal 11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Ovaal 12"/>
          <p:cNvSpPr/>
          <p:nvPr/>
        </p:nvSpPr>
        <p:spPr>
          <a:xfrm>
            <a:off x="0" y="126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Ovaal 13"/>
          <p:cNvSpPr/>
          <p:nvPr/>
        </p:nvSpPr>
        <p:spPr>
          <a:xfrm>
            <a:off x="0" y="5220000"/>
            <a:ext cx="1618560" cy="125856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Ovaal 14"/>
          <p:cNvSpPr/>
          <p:nvPr/>
        </p:nvSpPr>
        <p:spPr>
          <a:xfrm>
            <a:off x="9720000" y="4680000"/>
            <a:ext cx="718560" cy="71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Ovaal 15"/>
          <p:cNvSpPr/>
          <p:nvPr/>
        </p:nvSpPr>
        <p:spPr>
          <a:xfrm>
            <a:off x="9540000" y="342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Ovaal 16"/>
          <p:cNvSpPr/>
          <p:nvPr/>
        </p:nvSpPr>
        <p:spPr>
          <a:xfrm>
            <a:off x="8100000" y="4680000"/>
            <a:ext cx="1078560" cy="8409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Ovaal 17"/>
          <p:cNvSpPr/>
          <p:nvPr/>
        </p:nvSpPr>
        <p:spPr>
          <a:xfrm>
            <a:off x="7920000" y="5400000"/>
            <a:ext cx="898560" cy="89856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899856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22A628-C48F-49D7-BEA3-F8A3D8ACA31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Ovaal 24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Ovaal 25"/>
          <p:cNvSpPr/>
          <p:nvPr/>
        </p:nvSpPr>
        <p:spPr>
          <a:xfrm>
            <a:off x="7380000" y="396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Ovaal 26"/>
          <p:cNvSpPr/>
          <p:nvPr/>
        </p:nvSpPr>
        <p:spPr>
          <a:xfrm>
            <a:off x="9000000" y="2700000"/>
            <a:ext cx="1258560" cy="107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vaal 27"/>
          <p:cNvSpPr/>
          <p:nvPr/>
        </p:nvSpPr>
        <p:spPr>
          <a:xfrm>
            <a:off x="-180000" y="2430000"/>
            <a:ext cx="1438560" cy="134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vaal 28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Ovaal 29"/>
          <p:cNvSpPr/>
          <p:nvPr/>
        </p:nvSpPr>
        <p:spPr>
          <a:xfrm>
            <a:off x="0" y="126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Ovaal 30"/>
          <p:cNvSpPr/>
          <p:nvPr/>
        </p:nvSpPr>
        <p:spPr>
          <a:xfrm>
            <a:off x="0" y="5220000"/>
            <a:ext cx="1618560" cy="125856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Ovaal 31"/>
          <p:cNvSpPr/>
          <p:nvPr/>
        </p:nvSpPr>
        <p:spPr>
          <a:xfrm>
            <a:off x="9720000" y="4680000"/>
            <a:ext cx="718560" cy="71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Ovaal 32"/>
          <p:cNvSpPr/>
          <p:nvPr/>
        </p:nvSpPr>
        <p:spPr>
          <a:xfrm>
            <a:off x="9540000" y="342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vaal 33"/>
          <p:cNvSpPr/>
          <p:nvPr/>
        </p:nvSpPr>
        <p:spPr>
          <a:xfrm>
            <a:off x="8100000" y="4680000"/>
            <a:ext cx="1078560" cy="8409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vaal 34"/>
          <p:cNvSpPr/>
          <p:nvPr/>
        </p:nvSpPr>
        <p:spPr>
          <a:xfrm>
            <a:off x="7920000" y="5400000"/>
            <a:ext cx="898560" cy="89856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hoek 35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echthoek 36"/>
          <p:cNvSpPr/>
          <p:nvPr/>
        </p:nvSpPr>
        <p:spPr>
          <a:xfrm flipH="1">
            <a:off x="-1440" y="0"/>
            <a:ext cx="10078560" cy="566856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Ovaal 37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Ovaal 38"/>
          <p:cNvSpPr/>
          <p:nvPr/>
        </p:nvSpPr>
        <p:spPr>
          <a:xfrm>
            <a:off x="7380000" y="396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Ovaal 39"/>
          <p:cNvSpPr/>
          <p:nvPr/>
        </p:nvSpPr>
        <p:spPr>
          <a:xfrm>
            <a:off x="9000000" y="2700000"/>
            <a:ext cx="1258560" cy="107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Ovaal 40"/>
          <p:cNvSpPr/>
          <p:nvPr/>
        </p:nvSpPr>
        <p:spPr>
          <a:xfrm>
            <a:off x="-180000" y="2430000"/>
            <a:ext cx="1438560" cy="134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Ovaal 41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vaal 42"/>
          <p:cNvSpPr/>
          <p:nvPr/>
        </p:nvSpPr>
        <p:spPr>
          <a:xfrm>
            <a:off x="0" y="126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vaal 43"/>
          <p:cNvSpPr/>
          <p:nvPr/>
        </p:nvSpPr>
        <p:spPr>
          <a:xfrm>
            <a:off x="0" y="5220000"/>
            <a:ext cx="1618560" cy="125856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vaal 44"/>
          <p:cNvSpPr/>
          <p:nvPr/>
        </p:nvSpPr>
        <p:spPr>
          <a:xfrm>
            <a:off x="9720000" y="4680000"/>
            <a:ext cx="718560" cy="71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vaal 45"/>
          <p:cNvSpPr/>
          <p:nvPr/>
        </p:nvSpPr>
        <p:spPr>
          <a:xfrm>
            <a:off x="9540000" y="342036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vaal 46"/>
          <p:cNvSpPr/>
          <p:nvPr/>
        </p:nvSpPr>
        <p:spPr>
          <a:xfrm>
            <a:off x="8100000" y="4680000"/>
            <a:ext cx="1078560" cy="8409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vaal 47"/>
          <p:cNvSpPr/>
          <p:nvPr/>
        </p:nvSpPr>
        <p:spPr>
          <a:xfrm>
            <a:off x="7920000" y="5400000"/>
            <a:ext cx="898560" cy="89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560" cy="35985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dt" idx="7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8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9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45A19E-523A-4705-934D-D71A107BA18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hthoek 53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Rechthoek 54"/>
          <p:cNvSpPr/>
          <p:nvPr/>
        </p:nvSpPr>
        <p:spPr>
          <a:xfrm flipH="1">
            <a:off x="-1440" y="0"/>
            <a:ext cx="10078560" cy="566856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hthoek 55"/>
          <p:cNvSpPr/>
          <p:nvPr/>
        </p:nvSpPr>
        <p:spPr>
          <a:xfrm>
            <a:off x="0" y="1260000"/>
            <a:ext cx="10078560" cy="440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vaal 56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vaal 57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dt" idx="10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11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12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10644D-4A9F-47CC-BDE1-A3CE27D70D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hoek 63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hthoek 64"/>
          <p:cNvSpPr/>
          <p:nvPr/>
        </p:nvSpPr>
        <p:spPr>
          <a:xfrm flipH="1">
            <a:off x="-1440" y="0"/>
            <a:ext cx="10078560" cy="566856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vaal 65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vaal 66"/>
          <p:cNvSpPr/>
          <p:nvPr/>
        </p:nvSpPr>
        <p:spPr>
          <a:xfrm>
            <a:off x="7380000" y="396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vaal 67"/>
          <p:cNvSpPr/>
          <p:nvPr/>
        </p:nvSpPr>
        <p:spPr>
          <a:xfrm>
            <a:off x="9000000" y="2700000"/>
            <a:ext cx="1258560" cy="107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Ovaal 68"/>
          <p:cNvSpPr/>
          <p:nvPr/>
        </p:nvSpPr>
        <p:spPr>
          <a:xfrm>
            <a:off x="-180000" y="2430000"/>
            <a:ext cx="1438560" cy="134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vaal 69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vaal 70"/>
          <p:cNvSpPr/>
          <p:nvPr/>
        </p:nvSpPr>
        <p:spPr>
          <a:xfrm>
            <a:off x="0" y="126000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vaal 71"/>
          <p:cNvSpPr/>
          <p:nvPr/>
        </p:nvSpPr>
        <p:spPr>
          <a:xfrm>
            <a:off x="0" y="5220000"/>
            <a:ext cx="1618560" cy="125856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vaal 72"/>
          <p:cNvSpPr/>
          <p:nvPr/>
        </p:nvSpPr>
        <p:spPr>
          <a:xfrm>
            <a:off x="9720000" y="4680000"/>
            <a:ext cx="718560" cy="71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vaal 73"/>
          <p:cNvSpPr/>
          <p:nvPr/>
        </p:nvSpPr>
        <p:spPr>
          <a:xfrm>
            <a:off x="9540000" y="3420360"/>
            <a:ext cx="718560" cy="71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vaal 74"/>
          <p:cNvSpPr/>
          <p:nvPr/>
        </p:nvSpPr>
        <p:spPr>
          <a:xfrm>
            <a:off x="8100000" y="4680000"/>
            <a:ext cx="1078560" cy="8409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al 75"/>
          <p:cNvSpPr/>
          <p:nvPr/>
        </p:nvSpPr>
        <p:spPr>
          <a:xfrm>
            <a:off x="7920000" y="5400000"/>
            <a:ext cx="898560" cy="89856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560" cy="35985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dt" idx="13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14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15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2F42D8-3DD7-4444-8899-E77C3694EFD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hthoek 81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hthoek 82"/>
          <p:cNvSpPr/>
          <p:nvPr/>
        </p:nvSpPr>
        <p:spPr>
          <a:xfrm flipH="1">
            <a:off x="-1440" y="0"/>
            <a:ext cx="10078560" cy="566856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hthoek 83"/>
          <p:cNvSpPr/>
          <p:nvPr/>
        </p:nvSpPr>
        <p:spPr>
          <a:xfrm>
            <a:off x="0" y="1260000"/>
            <a:ext cx="10078560" cy="440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al 84"/>
          <p:cNvSpPr/>
          <p:nvPr/>
        </p:nvSpPr>
        <p:spPr>
          <a:xfrm>
            <a:off x="1440000" y="1080000"/>
            <a:ext cx="1438560" cy="12585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al 85"/>
          <p:cNvSpPr/>
          <p:nvPr/>
        </p:nvSpPr>
        <p:spPr>
          <a:xfrm>
            <a:off x="540000" y="1080000"/>
            <a:ext cx="718560" cy="71856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560" cy="98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PlaceHolder 3"/>
          <p:cNvSpPr>
            <a:spLocks noGrp="1"/>
          </p:cNvSpPr>
          <p:nvPr>
            <p:ph type="dt" idx="16"/>
          </p:nvPr>
        </p:nvSpPr>
        <p:spPr>
          <a:xfrm>
            <a:off x="18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7"/>
          </p:nvPr>
        </p:nvSpPr>
        <p:spPr>
          <a:xfrm>
            <a:off x="3420000" y="5307120"/>
            <a:ext cx="32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8"/>
          </p:nvPr>
        </p:nvSpPr>
        <p:spPr>
          <a:xfrm>
            <a:off x="7560000" y="5307120"/>
            <a:ext cx="233856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84474B-665F-4B83-A36D-351B11A4604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1427400"/>
            <a:ext cx="907020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SDE7-01 groepsproject Atos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Afbeelding 92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1807560" y="2002680"/>
            <a:ext cx="6192000" cy="348228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268560"/>
            <a:ext cx="8998560" cy="99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Wie zijn wij</a:t>
            </a: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40000" y="1371600"/>
            <a:ext cx="6316920" cy="22845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Raf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(18)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kennis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van frontend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Sjors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(20)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kennis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van backend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en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management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Jorn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(</a:t>
            </a:r>
            <a:r>
              <a:rPr lang="en-US" sz="2000" dirty="0"/>
              <a:t>18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)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kennis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van backend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Meg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(21)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kennis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van frontend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Jay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(20)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kennis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van backend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Afbeelding 95"/>
          <p:cNvPicPr/>
          <p:nvPr/>
        </p:nvPicPr>
        <p:blipFill>
          <a:blip r:embed="rId2"/>
          <a:stretch/>
        </p:blipFill>
        <p:spPr>
          <a:xfrm>
            <a:off x="6957000" y="2134080"/>
            <a:ext cx="3123000" cy="31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EC2EB99-5B1B-42B9-BC53-5E3DAEABAED9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40000" y="268560"/>
            <a:ext cx="8998560" cy="99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Verdeling van werkzaamheden</a:t>
            </a: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40000" y="1828800"/>
            <a:ext cx="72324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Jorn en Sjors zijn verantwoordelijk voor de database en ontwikkelen een applicatie om de bestaande database te migreren naar de nieuwe standaard.</a:t>
            </a:r>
          </a:p>
          <a:p>
            <a:pPr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 en Jay richten zich op het herschrijven van de backend.</a:t>
            </a:r>
          </a:p>
          <a:p>
            <a:pPr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Meg draagt zorg voor de frontend en het ontwerp.</a:t>
            </a:r>
          </a:p>
        </p:txBody>
      </p:sp>
      <p:pic>
        <p:nvPicPr>
          <p:cNvPr id="99" name="Afbeelding 98"/>
          <p:cNvPicPr/>
          <p:nvPr/>
        </p:nvPicPr>
        <p:blipFill>
          <a:blip r:embed="rId2"/>
          <a:stretch/>
        </p:blipFill>
        <p:spPr>
          <a:xfrm>
            <a:off x="7543800" y="259128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4D9E744-844F-4A7B-9369-7B77CEE541F6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40000" y="268560"/>
            <a:ext cx="8998560" cy="99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Doel van onze applicatie</a:t>
            </a: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831520" cy="38167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Doel van herschrijving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Bestaande applicatie migreren naar C# met behoud van volledige functionaliteit.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Duidelijke documentatie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UI &amp; UX behoud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Identieke lay-out en visuele stijl als de originele applicatie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Zelfde gebruikersflows en interactiepatronen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Consistente kleuren en duidelijkheid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1C4C312-E3DB-4321-BFF1-A77E1DB9D5C3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0000" y="268560"/>
            <a:ext cx="8998560" cy="99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Project aanpak</a:t>
            </a: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Analyseren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van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bestaande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applicatie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database</a:t>
            </a: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Stapsgewijs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implementeren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van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functies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Weekly sprints</a:t>
            </a: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MVP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uitwerken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Documenteren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Testen</a:t>
            </a:r>
          </a:p>
          <a:p>
            <a:pPr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Uitrollen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Graphic 10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29400" y="2286000"/>
            <a:ext cx="3155400" cy="31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EBC53F6-C502-4812-9918-3093395407D9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156</Words>
  <Application>Microsoft Office PowerPoint</Application>
  <PresentationFormat>Aangepast</PresentationFormat>
  <Paragraphs>31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Arial</vt:lpstr>
      <vt:lpstr>Symbol</vt:lpstr>
      <vt:lpstr>Times New Roman</vt:lpstr>
      <vt:lpstr>Wingdings</vt:lpstr>
      <vt:lpstr>Office</vt:lpstr>
      <vt:lpstr>SDE7-01 groepsproject Atos</vt:lpstr>
      <vt:lpstr>Wie zijn wij</vt:lpstr>
      <vt:lpstr>Verdeling van werkzaamheden</vt:lpstr>
      <vt:lpstr>Doel van onze applicatie</vt:lpstr>
      <vt:lpstr>Project aanpak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</dc:title>
  <dc:subject/>
  <dc:creator/>
  <dc:description>This work is licensed under a Creative Commons 0 License.
It makes use of the works of kka_libo_design@ashisuto.co.jp.</dc:description>
  <cp:lastModifiedBy>Hermans,Raf R.M.J.</cp:lastModifiedBy>
  <cp:revision>10</cp:revision>
  <dcterms:created xsi:type="dcterms:W3CDTF">2026-03-11T09:44:54Z</dcterms:created>
  <dcterms:modified xsi:type="dcterms:W3CDTF">2026-03-25T08:48:32Z</dcterms:modified>
  <dc:language>en-US</dc:language>
</cp:coreProperties>
</file>